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58"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2154" y="7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311E4B-10B7-4D44-A515-664FC229429D}"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577856-A1B8-44C4-BD80-07F9D8EE44CF}" type="slidenum">
              <a:rPr lang="en-US" smtClean="0"/>
              <a:t>‹#›</a:t>
            </a:fld>
            <a:endParaRPr lang="en-US"/>
          </a:p>
        </p:txBody>
      </p:sp>
    </p:spTree>
    <p:extLst>
      <p:ext uri="{BB962C8B-B14F-4D97-AF65-F5344CB8AC3E}">
        <p14:creationId xmlns:p14="http://schemas.microsoft.com/office/powerpoint/2010/main" val="1316533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CBC58-ECBA-6D12-B267-E3325DF03D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7A9DE0-D217-D48B-AEE4-316227BBEF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B3F1E3-7640-84F9-D767-F9097D800C3E}"/>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B5B5E4AC-2394-DFC5-58B9-88D0BD837E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030EC-F415-41D4-6471-22324ED4621A}"/>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2952074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6BB5E-8CBF-CDE9-2F77-1233B38F1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C0D72A-F1A5-3D52-A244-BA3BCF332F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F631A8-AFE3-5132-E9D1-4D350ED58D2A}"/>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62BB4C82-7061-6AF4-A9DE-97B1A2090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A6FE2D-66D6-82EB-9E09-761E83159D8F}"/>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406785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C3FD1-609A-7F03-2356-6948AB1EBD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07C64C-16BC-3DDA-4559-26D771D1C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D117BA-7D4D-C797-E036-97F1528FA6DE}"/>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EEFEFF1B-4620-7ACB-FC01-8B62C7F967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A99D1-9710-B130-63DB-13E65FEBA2F3}"/>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3645161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7A9AA-99FC-8022-3498-C5C76D951D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C5121D-A5FE-CD36-B676-861B9C1873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1326CE-D8FD-307F-C147-8B6D8325E1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5D96F-A968-FBBE-3E65-848C14E3C550}"/>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6" name="Footer Placeholder 5">
            <a:extLst>
              <a:ext uri="{FF2B5EF4-FFF2-40B4-BE49-F238E27FC236}">
                <a16:creationId xmlns:a16="http://schemas.microsoft.com/office/drawing/2014/main" id="{A237A9B0-D9BD-60D2-4773-C81ED43BA6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F991DB-FAAD-0A24-94E2-2D159ECF1C5A}"/>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346765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FE3F7-2BD3-C4C1-732B-6E055D84DE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40CEA8-7B1D-5085-639F-300C898ED9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37F5D6-8562-7D2E-99CF-3E822E7040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BFF45F-553E-406B-6890-EF9DD3096C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4F2FFB-324E-A7F7-2FC3-4544C6649E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BC30E2-BD83-3917-98B4-4F7D0E6BCD8A}"/>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8" name="Footer Placeholder 7">
            <a:extLst>
              <a:ext uri="{FF2B5EF4-FFF2-40B4-BE49-F238E27FC236}">
                <a16:creationId xmlns:a16="http://schemas.microsoft.com/office/drawing/2014/main" id="{2D9D92C8-D59F-CB71-F17B-A3B93EACE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0745F4-B2E5-118B-9758-79C7BC1B7EFE}"/>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955765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2D13-E34A-C374-974A-8E32102FA3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80051B-5AA0-8229-EF87-9E3140396036}"/>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4" name="Footer Placeholder 3">
            <a:extLst>
              <a:ext uri="{FF2B5EF4-FFF2-40B4-BE49-F238E27FC236}">
                <a16:creationId xmlns:a16="http://schemas.microsoft.com/office/drawing/2014/main" id="{4B53E794-5331-968D-43C7-D872F61584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AB4A05-F686-9BD2-9485-110FE9D32102}"/>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3264473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07989-CFAD-C1EC-1F3A-530A63FFD9C7}"/>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3" name="Footer Placeholder 2">
            <a:extLst>
              <a:ext uri="{FF2B5EF4-FFF2-40B4-BE49-F238E27FC236}">
                <a16:creationId xmlns:a16="http://schemas.microsoft.com/office/drawing/2014/main" id="{ADD300A4-8859-E1C4-F7F4-E216CA6662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38C39B-8F61-FDB5-CFE2-DC437A3F5833}"/>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3584968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6F15-95B3-914B-D113-CE8F6D2C91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BD38FF-05F4-14A7-84B9-481E2F3877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D7808D-30CD-A128-CA77-30F081C740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4AEDC-78FD-6101-27C1-598D815E70B1}"/>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6" name="Footer Placeholder 5">
            <a:extLst>
              <a:ext uri="{FF2B5EF4-FFF2-40B4-BE49-F238E27FC236}">
                <a16:creationId xmlns:a16="http://schemas.microsoft.com/office/drawing/2014/main" id="{5E1846E8-A77C-8770-2B48-057A0A9EFF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CB223-5D14-2A3F-1C3D-8FB457204D62}"/>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207058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FB67A-71C4-5170-8C5E-729BD91143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B9F20E-6FD7-07D5-002B-5FD6E93609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9FCB39-DA79-27CA-FA72-36CDDDB89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B416D-40E4-124F-9989-C3F20C61B4E1}"/>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6" name="Footer Placeholder 5">
            <a:extLst>
              <a:ext uri="{FF2B5EF4-FFF2-40B4-BE49-F238E27FC236}">
                <a16:creationId xmlns:a16="http://schemas.microsoft.com/office/drawing/2014/main" id="{8E0BC584-C0DF-5D34-D8D3-4134227CC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D8353A-A170-99A5-5185-255AF7787A8F}"/>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1231788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A96BB-C2DE-4788-F2B9-987F160074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C0A8B7-9F4B-EF7C-F35B-C1863669E5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3C5F6F-550F-605A-3FEB-A7A0A102E623}"/>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C75A58DC-A4C0-62F1-6401-A80F437E2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6C472-A041-352E-6926-F3EEAA381FE0}"/>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86838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EE67B1-C57A-77CC-BC37-48A90C2E97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2A796E-56FA-3FCB-8402-BBFECD0C95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1BCC1-D502-981F-0115-667E2D0748B7}"/>
              </a:ext>
            </a:extLst>
          </p:cNvPr>
          <p:cNvSpPr>
            <a:spLocks noGrp="1"/>
          </p:cNvSpPr>
          <p:nvPr>
            <p:ph type="dt" sz="half" idx="10"/>
          </p:nvPr>
        </p:nvSpPr>
        <p:spPr/>
        <p:txBody>
          <a:body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330E3825-5FB3-26C0-35BC-0A20AB6A41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CA4CE-E5CE-56A3-7C8B-4EB192F9EF60}"/>
              </a:ext>
            </a:extLst>
          </p:cNvPr>
          <p:cNvSpPr>
            <a:spLocks noGrp="1"/>
          </p:cNvSpPr>
          <p:nvPr>
            <p:ph type="sldNum" sz="quarter" idx="12"/>
          </p:nvPr>
        </p:nvSpPr>
        <p:spPr/>
        <p:txBody>
          <a:bodyPr/>
          <a:lstStyle/>
          <a:p>
            <a:fld id="{D4CAFD74-DC6C-4D80-9EAF-AD73465A081E}" type="slidenum">
              <a:rPr lang="en-US" smtClean="0"/>
              <a:t>‹#›</a:t>
            </a:fld>
            <a:endParaRPr lang="en-US"/>
          </a:p>
        </p:txBody>
      </p:sp>
    </p:spTree>
    <p:extLst>
      <p:ext uri="{BB962C8B-B14F-4D97-AF65-F5344CB8AC3E}">
        <p14:creationId xmlns:p14="http://schemas.microsoft.com/office/powerpoint/2010/main" val="441415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8FFC41-B7D4-4B40-CBE7-91C24015C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AD3D30-C4AB-3DC5-BE07-0E6394ED60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66C89-99C8-0331-7364-9C9C4C53A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F5D744-522F-4E85-B0AE-6D78D971CDFF}" type="datetimeFigureOut">
              <a:rPr lang="en-US" smtClean="0"/>
              <a:t>8/12/2026</a:t>
            </a:fld>
            <a:endParaRPr lang="en-US"/>
          </a:p>
        </p:txBody>
      </p:sp>
      <p:sp>
        <p:nvSpPr>
          <p:cNvPr id="5" name="Footer Placeholder 4">
            <a:extLst>
              <a:ext uri="{FF2B5EF4-FFF2-40B4-BE49-F238E27FC236}">
                <a16:creationId xmlns:a16="http://schemas.microsoft.com/office/drawing/2014/main" id="{BD843C6B-0D2B-0931-CFC2-55D77484E9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4C4140-E83D-9E34-18D3-5E5AB27D0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AFD74-DC6C-4D80-9EAF-AD73465A081E}" type="slidenum">
              <a:rPr lang="en-US" smtClean="0"/>
              <a:t>‹#›</a:t>
            </a:fld>
            <a:endParaRPr lang="en-US"/>
          </a:p>
        </p:txBody>
      </p:sp>
    </p:spTree>
    <p:extLst>
      <p:ext uri="{BB962C8B-B14F-4D97-AF65-F5344CB8AC3E}">
        <p14:creationId xmlns:p14="http://schemas.microsoft.com/office/powerpoint/2010/main" val="3603503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516CE-2147-B92C-E697-809449D94278}"/>
              </a:ext>
            </a:extLst>
          </p:cNvPr>
          <p:cNvSpPr>
            <a:spLocks noGrp="1"/>
          </p:cNvSpPr>
          <p:nvPr>
            <p:ph type="ctrTitle"/>
          </p:nvPr>
        </p:nvSpPr>
        <p:spPr/>
        <p:txBody>
          <a:bodyPr/>
          <a:lstStyle/>
          <a:p>
            <a:r>
              <a:rPr lang="en-US" dirty="0"/>
              <a:t>Easy Class Records S</a:t>
            </a:r>
            <a:br>
              <a:rPr lang="en-US" dirty="0"/>
            </a:br>
            <a:r>
              <a:rPr lang="en-US" dirty="0" err="1"/>
              <a:t>ystem</a:t>
            </a:r>
            <a:endParaRPr lang="en-US" dirty="0"/>
          </a:p>
        </p:txBody>
      </p:sp>
      <p:sp>
        <p:nvSpPr>
          <p:cNvPr id="3" name="Subtitle 2">
            <a:extLst>
              <a:ext uri="{FF2B5EF4-FFF2-40B4-BE49-F238E27FC236}">
                <a16:creationId xmlns:a16="http://schemas.microsoft.com/office/drawing/2014/main" id="{B8058EE6-895F-52D1-BD54-4DB497B3F80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73756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C214-F5F3-F41C-BE5A-4B855B4BA095}"/>
              </a:ext>
            </a:extLst>
          </p:cNvPr>
          <p:cNvSpPr>
            <a:spLocks noGrp="1"/>
          </p:cNvSpPr>
          <p:nvPr>
            <p:ph type="title"/>
          </p:nvPr>
        </p:nvSpPr>
        <p:spPr/>
        <p:txBody>
          <a:bodyPr/>
          <a:lstStyle/>
          <a:p>
            <a:r>
              <a:rPr lang="en-US" dirty="0"/>
              <a:t>How to register school</a:t>
            </a:r>
          </a:p>
        </p:txBody>
      </p:sp>
      <p:sp>
        <p:nvSpPr>
          <p:cNvPr id="3" name="Content Placeholder 2">
            <a:extLst>
              <a:ext uri="{FF2B5EF4-FFF2-40B4-BE49-F238E27FC236}">
                <a16:creationId xmlns:a16="http://schemas.microsoft.com/office/drawing/2014/main" id="{4F9D2A90-A312-23E6-42F4-839511C6BBA8}"/>
              </a:ext>
            </a:extLst>
          </p:cNvPr>
          <p:cNvSpPr>
            <a:spLocks noGrp="1"/>
          </p:cNvSpPr>
          <p:nvPr>
            <p:ph idx="1"/>
          </p:nvPr>
        </p:nvSpPr>
        <p:spPr/>
        <p:txBody>
          <a:bodyPr/>
          <a:lstStyle/>
          <a:p>
            <a:r>
              <a:rPr lang="en-US" dirty="0"/>
              <a:t>School create account by filling school details</a:t>
            </a:r>
          </a:p>
          <a:p>
            <a:r>
              <a:rPr lang="en-US" dirty="0"/>
              <a:t>School enters some details such as location and among others</a:t>
            </a:r>
          </a:p>
          <a:p>
            <a:r>
              <a:rPr lang="en-US" dirty="0"/>
              <a:t>School enters it is email and verify it</a:t>
            </a:r>
          </a:p>
          <a:p>
            <a:r>
              <a:rPr lang="en-US" dirty="0"/>
              <a:t>School get verification code on the email</a:t>
            </a:r>
          </a:p>
          <a:p>
            <a:r>
              <a:rPr lang="en-US" dirty="0"/>
              <a:t>School pays to get started</a:t>
            </a:r>
          </a:p>
          <a:p>
            <a:r>
              <a:rPr lang="en-US" dirty="0"/>
              <a:t>School will get school code which will be used to manage all things</a:t>
            </a:r>
          </a:p>
          <a:p>
            <a:pPr marL="0" indent="0">
              <a:buNone/>
            </a:pPr>
            <a:endParaRPr lang="en-US" dirty="0"/>
          </a:p>
        </p:txBody>
      </p:sp>
    </p:spTree>
    <p:extLst>
      <p:ext uri="{BB962C8B-B14F-4D97-AF65-F5344CB8AC3E}">
        <p14:creationId xmlns:p14="http://schemas.microsoft.com/office/powerpoint/2010/main" val="538035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F20FF-486B-6EBB-9799-30CCC99D9C1B}"/>
              </a:ext>
            </a:extLst>
          </p:cNvPr>
          <p:cNvSpPr>
            <a:spLocks noGrp="1"/>
          </p:cNvSpPr>
          <p:nvPr>
            <p:ph type="title"/>
          </p:nvPr>
        </p:nvSpPr>
        <p:spPr/>
        <p:txBody>
          <a:bodyPr/>
          <a:lstStyle/>
          <a:p>
            <a:r>
              <a:rPr lang="en-US" dirty="0"/>
              <a:t>Actions of school admin</a:t>
            </a:r>
          </a:p>
        </p:txBody>
      </p:sp>
      <p:sp>
        <p:nvSpPr>
          <p:cNvPr id="3" name="Content Placeholder 2">
            <a:extLst>
              <a:ext uri="{FF2B5EF4-FFF2-40B4-BE49-F238E27FC236}">
                <a16:creationId xmlns:a16="http://schemas.microsoft.com/office/drawing/2014/main" id="{DD18A612-19C1-8C36-B8FF-70AB4566465D}"/>
              </a:ext>
            </a:extLst>
          </p:cNvPr>
          <p:cNvSpPr>
            <a:spLocks noGrp="1"/>
          </p:cNvSpPr>
          <p:nvPr>
            <p:ph idx="1"/>
          </p:nvPr>
        </p:nvSpPr>
        <p:spPr/>
        <p:txBody>
          <a:bodyPr>
            <a:normAutofit fontScale="92500" lnSpcReduction="20000"/>
          </a:bodyPr>
          <a:lstStyle/>
          <a:p>
            <a:pPr marL="0" indent="0">
              <a:buNone/>
            </a:pPr>
            <a:r>
              <a:rPr lang="en-US" dirty="0"/>
              <a:t>Giving permission to teachers and students </a:t>
            </a:r>
            <a:r>
              <a:rPr lang="en-US" dirty="0" err="1"/>
              <a:t>inorder</a:t>
            </a:r>
            <a:r>
              <a:rPr lang="en-US" dirty="0"/>
              <a:t> to create account on their own</a:t>
            </a:r>
          </a:p>
          <a:p>
            <a:pPr marL="0" indent="0">
              <a:buNone/>
            </a:pPr>
            <a:r>
              <a:rPr lang="en-US" dirty="0"/>
              <a:t>How to approve them how it will be </a:t>
            </a:r>
          </a:p>
          <a:p>
            <a:pPr marL="0" indent="0">
              <a:buNone/>
            </a:pPr>
            <a:r>
              <a:rPr lang="en-US" dirty="0"/>
              <a:t>.Teacher will enters his or her details or same to students and then they will need to select school after selecting school they will send information after sending information School admin will see teacher who are pending and same to students and then will approve them after approving them they will be verified under that school  and also teachers will need to enter usernames same to students</a:t>
            </a:r>
          </a:p>
          <a:p>
            <a:pPr marL="0" indent="0">
              <a:buNone/>
            </a:pPr>
            <a:r>
              <a:rPr lang="en-US" dirty="0"/>
              <a:t>School admin will enters all combination they have on the school and school years like senior four of five or six and each combinations in each year but not only in the class school can add extra circular activities</a:t>
            </a:r>
          </a:p>
          <a:p>
            <a:pPr marL="0" indent="0">
              <a:buNone/>
            </a:pPr>
            <a:r>
              <a:rPr lang="en-US" dirty="0"/>
              <a:t>School admin il promote students from thing to another</a:t>
            </a:r>
          </a:p>
          <a:p>
            <a:pPr marL="0" indent="0">
              <a:buNone/>
            </a:pPr>
            <a:endParaRPr lang="en-US" dirty="0"/>
          </a:p>
        </p:txBody>
      </p:sp>
    </p:spTree>
    <p:extLst>
      <p:ext uri="{BB962C8B-B14F-4D97-AF65-F5344CB8AC3E}">
        <p14:creationId xmlns:p14="http://schemas.microsoft.com/office/powerpoint/2010/main" val="188817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605C-3AEF-74EF-7E56-D9801D9E952B}"/>
              </a:ext>
            </a:extLst>
          </p:cNvPr>
          <p:cNvSpPr>
            <a:spLocks noGrp="1"/>
          </p:cNvSpPr>
          <p:nvPr>
            <p:ph type="title"/>
          </p:nvPr>
        </p:nvSpPr>
        <p:spPr/>
        <p:txBody>
          <a:bodyPr/>
          <a:lstStyle/>
          <a:p>
            <a:r>
              <a:rPr lang="en-US" dirty="0"/>
              <a:t>After school has registered</a:t>
            </a:r>
          </a:p>
        </p:txBody>
      </p:sp>
      <p:sp>
        <p:nvSpPr>
          <p:cNvPr id="3" name="Content Placeholder 2">
            <a:extLst>
              <a:ext uri="{FF2B5EF4-FFF2-40B4-BE49-F238E27FC236}">
                <a16:creationId xmlns:a16="http://schemas.microsoft.com/office/drawing/2014/main" id="{1BFD3E25-B12F-3DE7-98F0-8A741DEF165D}"/>
              </a:ext>
            </a:extLst>
          </p:cNvPr>
          <p:cNvSpPr>
            <a:spLocks noGrp="1"/>
          </p:cNvSpPr>
          <p:nvPr>
            <p:ph idx="1"/>
          </p:nvPr>
        </p:nvSpPr>
        <p:spPr/>
        <p:txBody>
          <a:bodyPr/>
          <a:lstStyle/>
          <a:p>
            <a:r>
              <a:rPr lang="en-US" dirty="0"/>
              <a:t>School admin will login using school email and school code </a:t>
            </a:r>
          </a:p>
          <a:p>
            <a:r>
              <a:rPr lang="en-US" dirty="0"/>
              <a:t>School admin will then login in the system </a:t>
            </a:r>
          </a:p>
          <a:p>
            <a:r>
              <a:rPr lang="en-US" dirty="0"/>
              <a:t>All things will be 0 nothing will be there only dashboard of admin</a:t>
            </a:r>
          </a:p>
        </p:txBody>
      </p:sp>
    </p:spTree>
    <p:extLst>
      <p:ext uri="{BB962C8B-B14F-4D97-AF65-F5344CB8AC3E}">
        <p14:creationId xmlns:p14="http://schemas.microsoft.com/office/powerpoint/2010/main" val="175367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43000-1730-F0FF-7DA4-E48EE584B639}"/>
              </a:ext>
            </a:extLst>
          </p:cNvPr>
          <p:cNvSpPr>
            <a:spLocks noGrp="1"/>
          </p:cNvSpPr>
          <p:nvPr>
            <p:ph type="title"/>
          </p:nvPr>
        </p:nvSpPr>
        <p:spPr/>
        <p:txBody>
          <a:bodyPr/>
          <a:lstStyle/>
          <a:p>
            <a:r>
              <a:rPr lang="en-US" dirty="0"/>
              <a:t>Loging in for teacher</a:t>
            </a:r>
          </a:p>
        </p:txBody>
      </p:sp>
      <p:sp>
        <p:nvSpPr>
          <p:cNvPr id="3" name="Content Placeholder 2">
            <a:extLst>
              <a:ext uri="{FF2B5EF4-FFF2-40B4-BE49-F238E27FC236}">
                <a16:creationId xmlns:a16="http://schemas.microsoft.com/office/drawing/2014/main" id="{FD729045-91FB-F0EB-B9D9-0808D5D53089}"/>
              </a:ext>
            </a:extLst>
          </p:cNvPr>
          <p:cNvSpPr>
            <a:spLocks noGrp="1"/>
          </p:cNvSpPr>
          <p:nvPr>
            <p:ph idx="1"/>
          </p:nvPr>
        </p:nvSpPr>
        <p:spPr/>
        <p:txBody>
          <a:bodyPr/>
          <a:lstStyle/>
          <a:p>
            <a:r>
              <a:rPr lang="en-US" dirty="0"/>
              <a:t>Will continue with google or just enter emails and password they created </a:t>
            </a:r>
          </a:p>
          <a:p>
            <a:pPr marL="0" indent="0">
              <a:buNone/>
            </a:pPr>
            <a:r>
              <a:rPr lang="en-US" dirty="0"/>
              <a:t>.Every teacher login will  need to fill some details  and then login? Then they will select school they are going to and it will be checked that account if exist under that school which was selected? Then Teacher inside they have </a:t>
            </a:r>
            <a:r>
              <a:rPr lang="en-US" dirty="0" err="1"/>
              <a:t>loged</a:t>
            </a:r>
            <a:r>
              <a:rPr lang="en-US" dirty="0"/>
              <a:t> in they can select class for example class they are going to? Choosing subject and period of the class? They can also make attendance? And they can then do whatever </a:t>
            </a:r>
          </a:p>
          <a:p>
            <a:pPr marL="0" indent="0">
              <a:buNone/>
            </a:pPr>
            <a:r>
              <a:rPr lang="en-US" dirty="0"/>
              <a:t>They can see how students who are live and how they are progressing on task and teacher can make attendance for students</a:t>
            </a:r>
          </a:p>
          <a:p>
            <a:pPr marL="0" indent="0">
              <a:buNone/>
            </a:pPr>
            <a:endParaRPr lang="en-US" dirty="0"/>
          </a:p>
        </p:txBody>
      </p:sp>
    </p:spTree>
    <p:extLst>
      <p:ext uri="{BB962C8B-B14F-4D97-AF65-F5344CB8AC3E}">
        <p14:creationId xmlns:p14="http://schemas.microsoft.com/office/powerpoint/2010/main" val="37013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2124-EA42-06C6-5EA5-7D4C5229B487}"/>
              </a:ext>
            </a:extLst>
          </p:cNvPr>
          <p:cNvSpPr>
            <a:spLocks noGrp="1"/>
          </p:cNvSpPr>
          <p:nvPr>
            <p:ph type="title"/>
          </p:nvPr>
        </p:nvSpPr>
        <p:spPr/>
        <p:txBody>
          <a:bodyPr/>
          <a:lstStyle/>
          <a:p>
            <a:r>
              <a:rPr lang="en-US" dirty="0"/>
              <a:t>How students should create account</a:t>
            </a:r>
          </a:p>
        </p:txBody>
      </p:sp>
      <p:sp>
        <p:nvSpPr>
          <p:cNvPr id="3" name="Content Placeholder 2">
            <a:extLst>
              <a:ext uri="{FF2B5EF4-FFF2-40B4-BE49-F238E27FC236}">
                <a16:creationId xmlns:a16="http://schemas.microsoft.com/office/drawing/2014/main" id="{DA17D119-8C8E-3B48-8C27-7651603FFA32}"/>
              </a:ext>
            </a:extLst>
          </p:cNvPr>
          <p:cNvSpPr>
            <a:spLocks noGrp="1"/>
          </p:cNvSpPr>
          <p:nvPr>
            <p:ph idx="1"/>
          </p:nvPr>
        </p:nvSpPr>
        <p:spPr/>
        <p:txBody>
          <a:bodyPr/>
          <a:lstStyle/>
          <a:p>
            <a:r>
              <a:rPr lang="en-US" dirty="0"/>
              <a:t>He will fill details for students and then he will be approved from school</a:t>
            </a:r>
          </a:p>
          <a:p>
            <a:r>
              <a:rPr lang="en-US" dirty="0"/>
              <a:t>Then login in will continue with google or username and password which was created</a:t>
            </a:r>
          </a:p>
          <a:p>
            <a:r>
              <a:rPr lang="en-US" dirty="0"/>
              <a:t>Students will see drop downs of school year, combinations and other extra curricular activities and then after enter they can also add others as they can shift from one to another</a:t>
            </a:r>
          </a:p>
          <a:p>
            <a:endParaRPr lang="en-US" dirty="0"/>
          </a:p>
        </p:txBody>
      </p:sp>
    </p:spTree>
    <p:extLst>
      <p:ext uri="{BB962C8B-B14F-4D97-AF65-F5344CB8AC3E}">
        <p14:creationId xmlns:p14="http://schemas.microsoft.com/office/powerpoint/2010/main" val="1431718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F588B-799E-6FA7-CCB8-6D40337A5DFD}"/>
              </a:ext>
            </a:extLst>
          </p:cNvPr>
          <p:cNvSpPr>
            <a:spLocks noGrp="1"/>
          </p:cNvSpPr>
          <p:nvPr>
            <p:ph type="title"/>
          </p:nvPr>
        </p:nvSpPr>
        <p:spPr/>
        <p:txBody>
          <a:bodyPr/>
          <a:lstStyle/>
          <a:p>
            <a:r>
              <a:rPr lang="en-US" dirty="0"/>
              <a:t>Class teacher</a:t>
            </a:r>
          </a:p>
        </p:txBody>
      </p:sp>
      <p:sp>
        <p:nvSpPr>
          <p:cNvPr id="3" name="Content Placeholder 2">
            <a:extLst>
              <a:ext uri="{FF2B5EF4-FFF2-40B4-BE49-F238E27FC236}">
                <a16:creationId xmlns:a16="http://schemas.microsoft.com/office/drawing/2014/main" id="{0433FB34-D5CD-28E2-A3F8-CC79B9559201}"/>
              </a:ext>
            </a:extLst>
          </p:cNvPr>
          <p:cNvSpPr>
            <a:spLocks noGrp="1"/>
          </p:cNvSpPr>
          <p:nvPr>
            <p:ph idx="1"/>
          </p:nvPr>
        </p:nvSpPr>
        <p:spPr/>
        <p:txBody>
          <a:bodyPr/>
          <a:lstStyle/>
          <a:p>
            <a:r>
              <a:rPr lang="en-US" dirty="0"/>
              <a:t>Class teacher will be chosen by the school admin </a:t>
            </a:r>
          </a:p>
          <a:p>
            <a:r>
              <a:rPr lang="en-US" dirty="0"/>
              <a:t>Class admin will locate teachers to classes and those teachers will be given accounts to view all class records and manage them?</a:t>
            </a:r>
          </a:p>
        </p:txBody>
      </p:sp>
    </p:spTree>
    <p:extLst>
      <p:ext uri="{BB962C8B-B14F-4D97-AF65-F5344CB8AC3E}">
        <p14:creationId xmlns:p14="http://schemas.microsoft.com/office/powerpoint/2010/main" val="1468108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A3C7-BF66-86CD-1B5D-E83BB91DCC3B}"/>
              </a:ext>
            </a:extLst>
          </p:cNvPr>
          <p:cNvSpPr>
            <a:spLocks noGrp="1"/>
          </p:cNvSpPr>
          <p:nvPr>
            <p:ph type="title"/>
          </p:nvPr>
        </p:nvSpPr>
        <p:spPr/>
        <p:txBody>
          <a:bodyPr/>
          <a:lstStyle/>
          <a:p>
            <a:r>
              <a:rPr lang="en-US" dirty="0"/>
              <a:t>Database structure</a:t>
            </a:r>
          </a:p>
        </p:txBody>
      </p:sp>
      <p:sp>
        <p:nvSpPr>
          <p:cNvPr id="3" name="Content Placeholder 2">
            <a:extLst>
              <a:ext uri="{FF2B5EF4-FFF2-40B4-BE49-F238E27FC236}">
                <a16:creationId xmlns:a16="http://schemas.microsoft.com/office/drawing/2014/main" id="{E16BF8EB-55E9-C207-571D-FF5423280916}"/>
              </a:ext>
            </a:extLst>
          </p:cNvPr>
          <p:cNvSpPr>
            <a:spLocks noGrp="1"/>
          </p:cNvSpPr>
          <p:nvPr>
            <p:ph idx="1"/>
          </p:nvPr>
        </p:nvSpPr>
        <p:spPr/>
        <p:txBody>
          <a:bodyPr/>
          <a:lstStyle/>
          <a:p>
            <a:r>
              <a:rPr lang="en-US" dirty="0"/>
              <a:t>We </a:t>
            </a:r>
            <a:r>
              <a:rPr lang="en-US" dirty="0" err="1"/>
              <a:t>wil</a:t>
            </a:r>
            <a:r>
              <a:rPr lang="en-US" dirty="0"/>
              <a:t> have table which will have schools</a:t>
            </a:r>
          </a:p>
          <a:p>
            <a:r>
              <a:rPr lang="en-US" dirty="0"/>
              <a:t>We will have table for notes</a:t>
            </a:r>
          </a:p>
          <a:p>
            <a:r>
              <a:rPr lang="en-US" dirty="0"/>
              <a:t>We will have table for notes</a:t>
            </a:r>
          </a:p>
          <a:p>
            <a:pPr marL="0" indent="0">
              <a:buNone/>
            </a:pPr>
            <a:endParaRPr lang="en-US" dirty="0"/>
          </a:p>
        </p:txBody>
      </p:sp>
    </p:spTree>
    <p:extLst>
      <p:ext uri="{BB962C8B-B14F-4D97-AF65-F5344CB8AC3E}">
        <p14:creationId xmlns:p14="http://schemas.microsoft.com/office/powerpoint/2010/main" val="1237313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473</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Easy Class Records S ystem</vt:lpstr>
      <vt:lpstr>How to register school</vt:lpstr>
      <vt:lpstr>Actions of school admin</vt:lpstr>
      <vt:lpstr>After school has registered</vt:lpstr>
      <vt:lpstr>Loging in for teacher</vt:lpstr>
      <vt:lpstr>How students should create account</vt:lpstr>
      <vt:lpstr>Class teacher</vt:lpstr>
      <vt:lpstr>Database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HABARUREMA Gilbert</dc:creator>
  <cp:lastModifiedBy>HABARUREMA Gilbert</cp:lastModifiedBy>
  <cp:revision>1</cp:revision>
  <dcterms:created xsi:type="dcterms:W3CDTF">2026-08-12T20:22:07Z</dcterms:created>
  <dcterms:modified xsi:type="dcterms:W3CDTF">2026-08-12T21:10:31Z</dcterms:modified>
</cp:coreProperties>
</file>